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1D3F"/>
    <a:srgbClr val="F47752"/>
    <a:srgbClr val="2F5EAB"/>
    <a:srgbClr val="FE9914"/>
    <a:srgbClr val="EC7014"/>
    <a:srgbClr val="CC4C02"/>
    <a:srgbClr val="993406"/>
    <a:srgbClr val="662405"/>
    <a:srgbClr val="2F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690"/>
  </p:normalViewPr>
  <p:slideViewPr>
    <p:cSldViewPr snapToGrid="0" snapToObjects="1">
      <p:cViewPr varScale="1">
        <p:scale>
          <a:sx n="105" d="100"/>
          <a:sy n="105" d="100"/>
        </p:scale>
        <p:origin x="3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31A08-D005-A843-9ACC-7FD56AD43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899FDB-DCA6-DA4E-976E-6B335B35B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4" indent="0" algn="ctr">
              <a:buNone/>
              <a:defRPr sz="2000"/>
            </a:lvl2pPr>
            <a:lvl3pPr marL="914428" indent="0" algn="ctr">
              <a:buNone/>
              <a:defRPr sz="1800"/>
            </a:lvl3pPr>
            <a:lvl4pPr marL="1371643" indent="0" algn="ctr">
              <a:buNone/>
              <a:defRPr sz="1600"/>
            </a:lvl4pPr>
            <a:lvl5pPr marL="1828857" indent="0" algn="ctr">
              <a:buNone/>
              <a:defRPr sz="1600"/>
            </a:lvl5pPr>
            <a:lvl6pPr marL="2286071" indent="0" algn="ctr">
              <a:buNone/>
              <a:defRPr sz="1600"/>
            </a:lvl6pPr>
            <a:lvl7pPr marL="2743285" indent="0" algn="ctr">
              <a:buNone/>
              <a:defRPr sz="1600"/>
            </a:lvl7pPr>
            <a:lvl8pPr marL="3200500" indent="0" algn="ctr">
              <a:buNone/>
              <a:defRPr sz="1600"/>
            </a:lvl8pPr>
            <a:lvl9pPr marL="365771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E7D88-AC47-1746-92F9-898388BAF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3CFDD-17D6-4C40-A9C8-805D5256DE23}" type="datetimeFigureOut">
              <a:rPr lang="en-US" smtClean="0"/>
              <a:t>7/23/19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B753F-F02C-3848-9B72-2B1974E5A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206B0-11A7-AB4F-85B4-A1521F603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30CD-6595-874F-886F-50F8D2F60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0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F397-30EB-5B42-83CC-04C202A53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DD999-210D-7947-B1EE-AACB4E50A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44806-BD32-B342-B604-8EC8995D4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3CFDD-17D6-4C40-A9C8-805D5256DE23}" type="datetimeFigureOut">
              <a:rPr lang="en-US" smtClean="0"/>
              <a:t>7/23/19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C8703-C325-5549-B212-8494D766C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958F6-5182-6F4C-A38A-BF00A0E67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30CD-6595-874F-886F-50F8D2F60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762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C3978-DEC8-E84C-B920-FF318719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B6DF1-C614-BC40-B00F-EE1F4A37C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7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8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201FD-2B2B-AB40-ADF7-BAAD1E3FF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3CFDD-17D6-4C40-A9C8-805D5256DE23}" type="datetimeFigureOut">
              <a:rPr lang="en-US" smtClean="0"/>
              <a:t>7/23/19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D344D-4B62-FD4A-AF12-CEA8DBD3B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CDD6-EDBD-9242-88DC-DE996E60B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30CD-6595-874F-886F-50F8D2F60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384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6011-F0B9-6E40-8F80-A81C3D03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29663-ED44-AE44-A5F5-6F649F6327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B5F1E-C246-4B4D-9222-7B5E36F0B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C451A-6DF3-9A42-865A-EE1E44998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3CFDD-17D6-4C40-A9C8-805D5256DE23}" type="datetimeFigureOut">
              <a:rPr lang="en-US" smtClean="0"/>
              <a:t>7/23/19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5F0E9-8118-B245-975C-AD166F0D3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FB0C6-9613-8F4E-B0CB-7AA431D9D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30CD-6595-874F-886F-50F8D2F60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538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D3281-5F1C-804F-8EAB-7F0833168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C4410-2956-594C-A5CA-C755F1F86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4" indent="0">
              <a:buNone/>
              <a:defRPr sz="2000" b="1"/>
            </a:lvl2pPr>
            <a:lvl3pPr marL="914428" indent="0">
              <a:buNone/>
              <a:defRPr sz="1800" b="1"/>
            </a:lvl3pPr>
            <a:lvl4pPr marL="1371643" indent="0">
              <a:buNone/>
              <a:defRPr sz="1600" b="1"/>
            </a:lvl4pPr>
            <a:lvl5pPr marL="1828857" indent="0">
              <a:buNone/>
              <a:defRPr sz="1600" b="1"/>
            </a:lvl5pPr>
            <a:lvl6pPr marL="2286071" indent="0">
              <a:buNone/>
              <a:defRPr sz="1600" b="1"/>
            </a:lvl6pPr>
            <a:lvl7pPr marL="2743285" indent="0">
              <a:buNone/>
              <a:defRPr sz="1600" b="1"/>
            </a:lvl7pPr>
            <a:lvl8pPr marL="3200500" indent="0">
              <a:buNone/>
              <a:defRPr sz="1600" b="1"/>
            </a:lvl8pPr>
            <a:lvl9pPr marL="365771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886918-9D4B-794B-9EE9-6D145A34E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070650-1585-C844-9986-DC28C44339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4" indent="0">
              <a:buNone/>
              <a:defRPr sz="2000" b="1"/>
            </a:lvl2pPr>
            <a:lvl3pPr marL="914428" indent="0">
              <a:buNone/>
              <a:defRPr sz="1800" b="1"/>
            </a:lvl3pPr>
            <a:lvl4pPr marL="1371643" indent="0">
              <a:buNone/>
              <a:defRPr sz="1600" b="1"/>
            </a:lvl4pPr>
            <a:lvl5pPr marL="1828857" indent="0">
              <a:buNone/>
              <a:defRPr sz="1600" b="1"/>
            </a:lvl5pPr>
            <a:lvl6pPr marL="2286071" indent="0">
              <a:buNone/>
              <a:defRPr sz="1600" b="1"/>
            </a:lvl6pPr>
            <a:lvl7pPr marL="2743285" indent="0">
              <a:buNone/>
              <a:defRPr sz="1600" b="1"/>
            </a:lvl7pPr>
            <a:lvl8pPr marL="3200500" indent="0">
              <a:buNone/>
              <a:defRPr sz="1600" b="1"/>
            </a:lvl8pPr>
            <a:lvl9pPr marL="365771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616D1C-6823-B145-9A51-1FB7EE032B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627A10-D307-3147-880C-90BD293FD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3CFDD-17D6-4C40-A9C8-805D5256DE23}" type="datetimeFigureOut">
              <a:rPr lang="en-US" smtClean="0"/>
              <a:t>7/23/19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BD2584-8925-654B-8A80-DC67B2363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080E4-979F-ED43-A2F9-8F6C26487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30CD-6595-874F-886F-50F8D2F60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90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F17FA-259C-ED4A-BECD-F84E3497A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5DC15A-E01E-C444-BDBB-B30121622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3CFDD-17D6-4C40-A9C8-805D5256DE23}" type="datetimeFigureOut">
              <a:rPr lang="en-US" smtClean="0"/>
              <a:t>7/23/19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546B8-E170-4742-BF6C-A80DC963D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C71F8C-CE41-1048-918A-46E6F8672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30CD-6595-874F-886F-50F8D2F60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60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8CEE71-7D14-7F4F-BACF-9B8971165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3CFDD-17D6-4C40-A9C8-805D5256DE23}" type="datetimeFigureOut">
              <a:rPr lang="en-US" smtClean="0"/>
              <a:t>7/23/19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BDC1E4-34F5-CE4E-9449-35D4D171F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E86D7-81AC-0849-AB51-5D2ECA00C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30CD-6595-874F-886F-50F8D2F60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50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C28C6-501C-BA4E-AA77-8F3E71592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1EEE5-7386-A747-AED7-798CE6957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42BAC8-4735-654D-B33C-9E51EF384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4" indent="0">
              <a:buNone/>
              <a:defRPr sz="1400"/>
            </a:lvl2pPr>
            <a:lvl3pPr marL="914428" indent="0">
              <a:buNone/>
              <a:defRPr sz="1200"/>
            </a:lvl3pPr>
            <a:lvl4pPr marL="1371643" indent="0">
              <a:buNone/>
              <a:defRPr sz="1000"/>
            </a:lvl4pPr>
            <a:lvl5pPr marL="1828857" indent="0">
              <a:buNone/>
              <a:defRPr sz="1000"/>
            </a:lvl5pPr>
            <a:lvl6pPr marL="2286071" indent="0">
              <a:buNone/>
              <a:defRPr sz="1000"/>
            </a:lvl6pPr>
            <a:lvl7pPr marL="2743285" indent="0">
              <a:buNone/>
              <a:defRPr sz="1000"/>
            </a:lvl7pPr>
            <a:lvl8pPr marL="3200500" indent="0">
              <a:buNone/>
              <a:defRPr sz="1000"/>
            </a:lvl8pPr>
            <a:lvl9pPr marL="365771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DE10B-D51E-9C4E-90B4-B053524FB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3CFDD-17D6-4C40-A9C8-805D5256DE23}" type="datetimeFigureOut">
              <a:rPr lang="en-US" smtClean="0"/>
              <a:t>7/23/19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D98F9-A827-9B46-A447-ECB05AC04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9B975-5570-094B-BD99-1B995EDD1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30CD-6595-874F-886F-50F8D2F60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4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5E4E7-1A10-BB46-89C2-179BD6175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3BE405-112E-2C4F-B1C7-1848D3A955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4" indent="0">
              <a:buNone/>
              <a:defRPr sz="2800"/>
            </a:lvl2pPr>
            <a:lvl3pPr marL="914428" indent="0">
              <a:buNone/>
              <a:defRPr sz="2400"/>
            </a:lvl3pPr>
            <a:lvl4pPr marL="1371643" indent="0">
              <a:buNone/>
              <a:defRPr sz="2000"/>
            </a:lvl4pPr>
            <a:lvl5pPr marL="1828857" indent="0">
              <a:buNone/>
              <a:defRPr sz="2000"/>
            </a:lvl5pPr>
            <a:lvl6pPr marL="2286071" indent="0">
              <a:buNone/>
              <a:defRPr sz="2000"/>
            </a:lvl6pPr>
            <a:lvl7pPr marL="2743285" indent="0">
              <a:buNone/>
              <a:defRPr sz="2000"/>
            </a:lvl7pPr>
            <a:lvl8pPr marL="3200500" indent="0">
              <a:buNone/>
              <a:defRPr sz="2000"/>
            </a:lvl8pPr>
            <a:lvl9pPr marL="3657714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CB2548-94B8-BA4A-B087-BD6020A3C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4" indent="0">
              <a:buNone/>
              <a:defRPr sz="1400"/>
            </a:lvl2pPr>
            <a:lvl3pPr marL="914428" indent="0">
              <a:buNone/>
              <a:defRPr sz="1200"/>
            </a:lvl3pPr>
            <a:lvl4pPr marL="1371643" indent="0">
              <a:buNone/>
              <a:defRPr sz="1000"/>
            </a:lvl4pPr>
            <a:lvl5pPr marL="1828857" indent="0">
              <a:buNone/>
              <a:defRPr sz="1000"/>
            </a:lvl5pPr>
            <a:lvl6pPr marL="2286071" indent="0">
              <a:buNone/>
              <a:defRPr sz="1000"/>
            </a:lvl6pPr>
            <a:lvl7pPr marL="2743285" indent="0">
              <a:buNone/>
              <a:defRPr sz="1000"/>
            </a:lvl7pPr>
            <a:lvl8pPr marL="3200500" indent="0">
              <a:buNone/>
              <a:defRPr sz="1000"/>
            </a:lvl8pPr>
            <a:lvl9pPr marL="365771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0B4DD-2E7F-CD49-B604-59DA6B8B4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3CFDD-17D6-4C40-A9C8-805D5256DE23}" type="datetimeFigureOut">
              <a:rPr lang="en-US" smtClean="0"/>
              <a:t>7/23/19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974FD-4DD7-3243-83C9-B0F0D4323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EAC1D-5BC5-5340-8FED-4736D5B0F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30CD-6595-874F-886F-50F8D2F60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35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405D1-E077-914F-877A-3E788E01B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E7C4D-B91F-734E-81D5-DA3B9D6C2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D3E92-5A65-5840-AA14-AFC105DAE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3CFDD-17D6-4C40-A9C8-805D5256DE23}" type="datetimeFigureOut">
              <a:rPr lang="en-US" smtClean="0"/>
              <a:t>7/23/19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3CAFF-BA9E-4044-A3BB-647E577A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8C94-4C09-994D-986C-1A489C147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30CD-6595-874F-886F-50F8D2F60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56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B9A61-9A04-8847-8A6E-F5578DCED6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61E33A-8C51-6947-8300-6609235F4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52D1A-F1C7-0C49-BF17-FB270BC91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3CFDD-17D6-4C40-A9C8-805D5256DE23}" type="datetimeFigureOut">
              <a:rPr lang="en-US" smtClean="0"/>
              <a:t>7/23/19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6A770-1AA8-2648-A99A-BD26F920F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68144-0D6C-DC4F-A459-AD63E30C4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C30CD-6595-874F-886F-50F8D2F60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72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06889F-2C48-004A-91CB-E8AE702E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7CE78-5DC4-4048-8D7F-69098060A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C17AB-E4D0-C340-AB3C-759A04CD28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3CFDD-17D6-4C40-A9C8-805D5256DE23}" type="datetimeFigureOut">
              <a:rPr lang="en-US" smtClean="0"/>
              <a:t>7/23/19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23781-DA96-2E45-80DD-54890647E3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4FA61-24F4-0B4C-A44E-1CCAA6814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C30CD-6595-874F-886F-50F8D2F60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193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2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8" indent="-228608" algn="l" defTabSz="91442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22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36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50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65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79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93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07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22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4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8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43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57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71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85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00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14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EBE4C4A-0B5F-9044-8415-EEB6CB053531}"/>
              </a:ext>
            </a:extLst>
          </p:cNvPr>
          <p:cNvGrpSpPr/>
          <p:nvPr/>
        </p:nvGrpSpPr>
        <p:grpSpPr>
          <a:xfrm>
            <a:off x="109728" y="883164"/>
            <a:ext cx="11814048" cy="1365617"/>
            <a:chOff x="109728" y="883164"/>
            <a:chExt cx="11814048" cy="136561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BC4E873-D2D6-3B42-8D9A-75F75EB1E365}"/>
                </a:ext>
              </a:extLst>
            </p:cNvPr>
            <p:cNvSpPr/>
            <p:nvPr/>
          </p:nvSpPr>
          <p:spPr>
            <a:xfrm>
              <a:off x="109728" y="1076134"/>
              <a:ext cx="118140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D</a:t>
              </a:r>
              <a:r>
                <a:rPr lang="en-US" b="1" dirty="0">
                  <a:solidFill>
                    <a:srgbClr val="2F5EAB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NWRYAHEEYEGDVQDVFAQAFKGYVEDNSDHTVQVYRFGELGESDDIMEQTQNGILQFVNQSPGFTGSLIPSAQIFFIP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32D4D95-69C3-374E-9FDE-637E55BF38C5}"/>
                </a:ext>
              </a:extLst>
            </p:cNvPr>
            <p:cNvSpPr/>
            <p:nvPr/>
          </p:nvSpPr>
          <p:spPr>
            <a:xfrm>
              <a:off x="109728" y="883164"/>
              <a:ext cx="118140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1        10        20        30        40        50        60        70        80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3F16CF1A-A609-304B-B64E-68110AFC5616}"/>
                </a:ext>
              </a:extLst>
            </p:cNvPr>
            <p:cNvSpPr/>
            <p:nvPr/>
          </p:nvSpPr>
          <p:spPr>
            <a:xfrm>
              <a:off x="231648" y="1396698"/>
              <a:ext cx="10850880" cy="137160"/>
            </a:xfrm>
            <a:prstGeom prst="roundRect">
              <a:avLst/>
            </a:prstGeom>
            <a:solidFill>
              <a:srgbClr val="6624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D13C6708-EB45-F843-BBDE-CE2F0AB7879D}"/>
                </a:ext>
              </a:extLst>
            </p:cNvPr>
            <p:cNvSpPr/>
            <p:nvPr/>
          </p:nvSpPr>
          <p:spPr>
            <a:xfrm>
              <a:off x="1467784" y="1575429"/>
              <a:ext cx="9614744" cy="137160"/>
            </a:xfrm>
            <a:prstGeom prst="roundRect">
              <a:avLst/>
            </a:prstGeom>
            <a:solidFill>
              <a:srgbClr val="99340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59FD2DA6-6838-4945-86D7-EDDD3A6D0301}"/>
                </a:ext>
              </a:extLst>
            </p:cNvPr>
            <p:cNvSpPr/>
            <p:nvPr/>
          </p:nvSpPr>
          <p:spPr>
            <a:xfrm>
              <a:off x="1467784" y="1754160"/>
              <a:ext cx="5019934" cy="137160"/>
            </a:xfrm>
            <a:prstGeom prst="roundRect">
              <a:avLst/>
            </a:prstGeom>
            <a:solidFill>
              <a:srgbClr val="CC4C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F75253F2-8943-1945-B800-D8D40FF2DCF7}"/>
                </a:ext>
              </a:extLst>
            </p:cNvPr>
            <p:cNvSpPr/>
            <p:nvPr/>
          </p:nvSpPr>
          <p:spPr>
            <a:xfrm>
              <a:off x="1467785" y="1932891"/>
              <a:ext cx="2553557" cy="137160"/>
            </a:xfrm>
            <a:prstGeom prst="roundRect">
              <a:avLst/>
            </a:prstGeom>
            <a:solidFill>
              <a:srgbClr val="EC7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A23572AA-4BD9-664A-A433-E57A0351A7F3}"/>
                </a:ext>
              </a:extLst>
            </p:cNvPr>
            <p:cNvSpPr/>
            <p:nvPr/>
          </p:nvSpPr>
          <p:spPr>
            <a:xfrm>
              <a:off x="1467783" y="2111621"/>
              <a:ext cx="1325114" cy="137160"/>
            </a:xfrm>
            <a:prstGeom prst="roundRect">
              <a:avLst/>
            </a:prstGeom>
            <a:solidFill>
              <a:srgbClr val="FE99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1384859C-F0C0-BE43-A59A-F338D1B90561}"/>
                </a:ext>
              </a:extLst>
            </p:cNvPr>
            <p:cNvSpPr/>
            <p:nvPr/>
          </p:nvSpPr>
          <p:spPr>
            <a:xfrm>
              <a:off x="7611035" y="1754160"/>
              <a:ext cx="1317811" cy="137160"/>
            </a:xfrm>
            <a:prstGeom prst="roundRect">
              <a:avLst/>
            </a:prstGeom>
            <a:solidFill>
              <a:srgbClr val="CC4C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E308290E-FA7A-BE45-BB66-7350BBED6F27}"/>
                </a:ext>
              </a:extLst>
            </p:cNvPr>
            <p:cNvSpPr/>
            <p:nvPr/>
          </p:nvSpPr>
          <p:spPr>
            <a:xfrm>
              <a:off x="5182815" y="1932891"/>
              <a:ext cx="1304904" cy="137160"/>
            </a:xfrm>
            <a:prstGeom prst="roundRect">
              <a:avLst/>
            </a:prstGeom>
            <a:solidFill>
              <a:srgbClr val="EC7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05DAF8B0-1811-2345-B1F3-46C395DE4D81}"/>
                </a:ext>
              </a:extLst>
            </p:cNvPr>
            <p:cNvSpPr/>
            <p:nvPr/>
          </p:nvSpPr>
          <p:spPr>
            <a:xfrm>
              <a:off x="7611035" y="1932891"/>
              <a:ext cx="1317811" cy="137160"/>
            </a:xfrm>
            <a:prstGeom prst="roundRect">
              <a:avLst/>
            </a:prstGeom>
            <a:solidFill>
              <a:srgbClr val="EC7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6BFBDED-09F3-4949-B622-8267949D62E9}"/>
              </a:ext>
            </a:extLst>
          </p:cNvPr>
          <p:cNvGrpSpPr/>
          <p:nvPr/>
        </p:nvGrpSpPr>
        <p:grpSpPr>
          <a:xfrm>
            <a:off x="109728" y="2333336"/>
            <a:ext cx="11814048" cy="1381768"/>
            <a:chOff x="109728" y="2333336"/>
            <a:chExt cx="11814048" cy="13817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142F8C9-A3F5-8A46-96E7-55BB80472530}"/>
                </a:ext>
              </a:extLst>
            </p:cNvPr>
            <p:cNvSpPr/>
            <p:nvPr/>
          </p:nvSpPr>
          <p:spPr>
            <a:xfrm>
              <a:off x="109728" y="2521600"/>
              <a:ext cx="1155801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2F5EAB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YLMPTDMDTVLEFFDESKAINEMFPKLYAEH</a:t>
              </a:r>
              <a:r>
                <a:rPr lang="en-US" b="1" dirty="0">
                  <a:solidFill>
                    <a:srgbClr val="F4775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GLELLKMYPEGEMVVTAD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EPITSPEDFDN</a:t>
              </a:r>
              <a:r>
                <a:rPr lang="en-US" b="1" dirty="0">
                  <a:solidFill>
                    <a:srgbClr val="AA1D3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KKIRTMTNPLLAETYKAFGA</a:t>
              </a:r>
              <a:endParaRPr lang="en-US" b="1" dirty="0">
                <a:solidFill>
                  <a:srgbClr val="AA1D3F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8FE42D1-CFA2-BA4B-ACCE-2258B8041AE8}"/>
                </a:ext>
              </a:extLst>
            </p:cNvPr>
            <p:cNvSpPr/>
            <p:nvPr/>
          </p:nvSpPr>
          <p:spPr>
            <a:xfrm>
              <a:off x="109728" y="2333336"/>
              <a:ext cx="118140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81       90        100       110       120       130       140       150       160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5631936D-F82C-BA40-B942-60C96221F74E}"/>
                </a:ext>
              </a:extLst>
            </p:cNvPr>
            <p:cNvSpPr/>
            <p:nvPr/>
          </p:nvSpPr>
          <p:spPr>
            <a:xfrm>
              <a:off x="231648" y="2863019"/>
              <a:ext cx="10850880" cy="137160"/>
            </a:xfrm>
            <a:prstGeom prst="roundRect">
              <a:avLst/>
            </a:prstGeom>
            <a:solidFill>
              <a:srgbClr val="6624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41BBCCFB-53D7-4446-AFD2-5C68B9CC0CEF}"/>
                </a:ext>
              </a:extLst>
            </p:cNvPr>
            <p:cNvSpPr/>
            <p:nvPr/>
          </p:nvSpPr>
          <p:spPr>
            <a:xfrm>
              <a:off x="231648" y="3041750"/>
              <a:ext cx="1471646" cy="137160"/>
            </a:xfrm>
            <a:prstGeom prst="roundRect">
              <a:avLst/>
            </a:prstGeom>
            <a:solidFill>
              <a:srgbClr val="99340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C58F626D-05EF-4547-AA13-839757C89064}"/>
                </a:ext>
              </a:extLst>
            </p:cNvPr>
            <p:cNvSpPr/>
            <p:nvPr/>
          </p:nvSpPr>
          <p:spPr>
            <a:xfrm>
              <a:off x="365760" y="3220481"/>
              <a:ext cx="1337534" cy="137160"/>
            </a:xfrm>
            <a:prstGeom prst="roundRect">
              <a:avLst/>
            </a:prstGeom>
            <a:solidFill>
              <a:srgbClr val="CC4C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D8374E12-EB9B-EC44-B527-317908592217}"/>
                </a:ext>
              </a:extLst>
            </p:cNvPr>
            <p:cNvSpPr/>
            <p:nvPr/>
          </p:nvSpPr>
          <p:spPr>
            <a:xfrm>
              <a:off x="365760" y="3399212"/>
              <a:ext cx="1337534" cy="137160"/>
            </a:xfrm>
            <a:prstGeom prst="roundRect">
              <a:avLst/>
            </a:prstGeom>
            <a:solidFill>
              <a:srgbClr val="EC7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A2B8D13E-3CC2-E749-8404-F28F97C6BAA5}"/>
                </a:ext>
              </a:extLst>
            </p:cNvPr>
            <p:cNvSpPr/>
            <p:nvPr/>
          </p:nvSpPr>
          <p:spPr>
            <a:xfrm>
              <a:off x="365760" y="3577944"/>
              <a:ext cx="1337534" cy="137160"/>
            </a:xfrm>
            <a:prstGeom prst="roundRect">
              <a:avLst/>
            </a:prstGeom>
            <a:solidFill>
              <a:srgbClr val="FE99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AADE5A9D-490F-7448-ADCB-DE59220E1D80}"/>
                </a:ext>
              </a:extLst>
            </p:cNvPr>
            <p:cNvSpPr/>
            <p:nvPr/>
          </p:nvSpPr>
          <p:spPr>
            <a:xfrm>
              <a:off x="4021342" y="3041750"/>
              <a:ext cx="1339977" cy="137160"/>
            </a:xfrm>
            <a:prstGeom prst="roundRect">
              <a:avLst/>
            </a:prstGeom>
            <a:solidFill>
              <a:srgbClr val="99340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D5702A7E-EC56-4D4E-8426-301008F79606}"/>
                </a:ext>
              </a:extLst>
            </p:cNvPr>
            <p:cNvSpPr/>
            <p:nvPr/>
          </p:nvSpPr>
          <p:spPr>
            <a:xfrm>
              <a:off x="6509407" y="3041750"/>
              <a:ext cx="2543153" cy="137160"/>
            </a:xfrm>
            <a:prstGeom prst="roundRect">
              <a:avLst/>
            </a:prstGeom>
            <a:solidFill>
              <a:srgbClr val="99340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B3B7852A-38FE-3240-9F20-795C54B08805}"/>
                </a:ext>
              </a:extLst>
            </p:cNvPr>
            <p:cNvSpPr/>
            <p:nvPr/>
          </p:nvSpPr>
          <p:spPr>
            <a:xfrm>
              <a:off x="10200648" y="3041750"/>
              <a:ext cx="881880" cy="137160"/>
            </a:xfrm>
            <a:prstGeom prst="roundRect">
              <a:avLst/>
            </a:prstGeom>
            <a:solidFill>
              <a:srgbClr val="99340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B84559B-E556-4C49-B4CD-DADCC0EA717D}"/>
                </a:ext>
              </a:extLst>
            </p:cNvPr>
            <p:cNvSpPr/>
            <p:nvPr/>
          </p:nvSpPr>
          <p:spPr>
            <a:xfrm>
              <a:off x="4021342" y="3220481"/>
              <a:ext cx="1339977" cy="137160"/>
            </a:xfrm>
            <a:prstGeom prst="roundRect">
              <a:avLst/>
            </a:prstGeom>
            <a:solidFill>
              <a:srgbClr val="CC4C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08A29353-4EB0-104F-BA48-23F512616BF5}"/>
                </a:ext>
              </a:extLst>
            </p:cNvPr>
            <p:cNvSpPr/>
            <p:nvPr/>
          </p:nvSpPr>
          <p:spPr>
            <a:xfrm>
              <a:off x="6509407" y="3220481"/>
              <a:ext cx="1339978" cy="137160"/>
            </a:xfrm>
            <a:prstGeom prst="roundRect">
              <a:avLst/>
            </a:prstGeom>
            <a:solidFill>
              <a:srgbClr val="CC4C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15686F48-C80F-EA48-B07F-E770C344084C}"/>
                </a:ext>
              </a:extLst>
            </p:cNvPr>
            <p:cNvSpPr/>
            <p:nvPr/>
          </p:nvSpPr>
          <p:spPr>
            <a:xfrm>
              <a:off x="6509407" y="3399212"/>
              <a:ext cx="1339978" cy="137160"/>
            </a:xfrm>
            <a:prstGeom prst="roundRect">
              <a:avLst/>
            </a:prstGeom>
            <a:solidFill>
              <a:srgbClr val="EC7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52D1AAB-D6C3-D441-BDBA-535BEF4A76B6}"/>
              </a:ext>
            </a:extLst>
          </p:cNvPr>
          <p:cNvGrpSpPr/>
          <p:nvPr/>
        </p:nvGrpSpPr>
        <p:grpSpPr>
          <a:xfrm>
            <a:off x="109728" y="3771316"/>
            <a:ext cx="11814048" cy="1372588"/>
            <a:chOff x="109728" y="3771316"/>
            <a:chExt cx="11814048" cy="137258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D30A330-B2B5-4D4B-94CA-EC5043D885D2}"/>
                </a:ext>
              </a:extLst>
            </p:cNvPr>
            <p:cNvSpPr/>
            <p:nvPr/>
          </p:nvSpPr>
          <p:spPr>
            <a:xfrm>
              <a:off x="109728" y="3967066"/>
              <a:ext cx="1160678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AA1D3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TPTPLPWGEVYGGLQTGIIDGQENPIFWIESGGLYEVSPNLTFTS</a:t>
              </a:r>
              <a:r>
                <a:rPr lang="en-US" b="1" dirty="0">
                  <a:solidFill>
                    <a:srgbClr val="2F5EAB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HGWFTTAMMANQDFYEGL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  <a:r>
                <a:rPr lang="en-US" b="1" dirty="0">
                  <a:solidFill>
                    <a:srgbClr val="F4775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EEDQQLVQDAADAAYD</a:t>
              </a:r>
              <a:endParaRPr lang="en-US" b="1" dirty="0">
                <a:solidFill>
                  <a:srgbClr val="F47752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DAA1CB-479D-5C4A-9F50-41E7F286EAB0}"/>
                </a:ext>
              </a:extLst>
            </p:cNvPr>
            <p:cNvSpPr/>
            <p:nvPr/>
          </p:nvSpPr>
          <p:spPr>
            <a:xfrm>
              <a:off x="109728" y="3771316"/>
              <a:ext cx="118140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161      170       180       190       200       210       220       230       240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D747ACD7-6C66-E146-9E87-3B4F4D4CAC52}"/>
                </a:ext>
              </a:extLst>
            </p:cNvPr>
            <p:cNvSpPr/>
            <p:nvPr/>
          </p:nvSpPr>
          <p:spPr>
            <a:xfrm>
              <a:off x="231648" y="4291820"/>
              <a:ext cx="10850880" cy="137160"/>
            </a:xfrm>
            <a:prstGeom prst="roundRect">
              <a:avLst/>
            </a:prstGeom>
            <a:solidFill>
              <a:srgbClr val="6624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7E636944-CBD0-A247-A802-C5F4653A96E9}"/>
                </a:ext>
              </a:extLst>
            </p:cNvPr>
            <p:cNvSpPr/>
            <p:nvPr/>
          </p:nvSpPr>
          <p:spPr>
            <a:xfrm>
              <a:off x="231648" y="4470551"/>
              <a:ext cx="10850880" cy="137160"/>
            </a:xfrm>
            <a:prstGeom prst="roundRect">
              <a:avLst/>
            </a:prstGeom>
            <a:solidFill>
              <a:srgbClr val="99340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9A94C385-6B43-4748-9C04-F6BAC8A95D1E}"/>
                </a:ext>
              </a:extLst>
            </p:cNvPr>
            <p:cNvSpPr/>
            <p:nvPr/>
          </p:nvSpPr>
          <p:spPr>
            <a:xfrm>
              <a:off x="517890" y="4649282"/>
              <a:ext cx="2539075" cy="137160"/>
            </a:xfrm>
            <a:prstGeom prst="roundRect">
              <a:avLst/>
            </a:prstGeom>
            <a:solidFill>
              <a:srgbClr val="CC4C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85492D44-B72A-9849-8E1B-8E983B29BF81}"/>
                </a:ext>
              </a:extLst>
            </p:cNvPr>
            <p:cNvSpPr/>
            <p:nvPr/>
          </p:nvSpPr>
          <p:spPr>
            <a:xfrm>
              <a:off x="517890" y="4828013"/>
              <a:ext cx="2539075" cy="137160"/>
            </a:xfrm>
            <a:prstGeom prst="roundRect">
              <a:avLst/>
            </a:prstGeom>
            <a:solidFill>
              <a:srgbClr val="EC7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17DC9889-FACF-4E4C-BB50-9AEF478B8FFE}"/>
                </a:ext>
              </a:extLst>
            </p:cNvPr>
            <p:cNvSpPr/>
            <p:nvPr/>
          </p:nvSpPr>
          <p:spPr>
            <a:xfrm>
              <a:off x="517890" y="5006744"/>
              <a:ext cx="1329383" cy="137160"/>
            </a:xfrm>
            <a:prstGeom prst="roundRect">
              <a:avLst/>
            </a:prstGeom>
            <a:solidFill>
              <a:srgbClr val="FE99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41EC026E-4EF1-0E46-A7AC-B3DA1AFA67DD}"/>
                </a:ext>
              </a:extLst>
            </p:cNvPr>
            <p:cNvSpPr/>
            <p:nvPr/>
          </p:nvSpPr>
          <p:spPr>
            <a:xfrm>
              <a:off x="5406144" y="4649282"/>
              <a:ext cx="5676384" cy="137160"/>
            </a:xfrm>
            <a:prstGeom prst="roundRect">
              <a:avLst/>
            </a:prstGeom>
            <a:solidFill>
              <a:srgbClr val="CC4C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D240C191-7FFE-1149-98E8-051FFEF33942}"/>
                </a:ext>
              </a:extLst>
            </p:cNvPr>
            <p:cNvSpPr/>
            <p:nvPr/>
          </p:nvSpPr>
          <p:spPr>
            <a:xfrm>
              <a:off x="5406144" y="4828013"/>
              <a:ext cx="3809775" cy="137160"/>
            </a:xfrm>
            <a:prstGeom prst="roundRect">
              <a:avLst/>
            </a:prstGeom>
            <a:solidFill>
              <a:srgbClr val="EC7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D1222A99-91A0-1044-9CAE-FEEF8E24208D}"/>
                </a:ext>
              </a:extLst>
            </p:cNvPr>
            <p:cNvSpPr/>
            <p:nvPr/>
          </p:nvSpPr>
          <p:spPr>
            <a:xfrm>
              <a:off x="5406144" y="5006744"/>
              <a:ext cx="2596896" cy="137160"/>
            </a:xfrm>
            <a:prstGeom prst="roundRect">
              <a:avLst/>
            </a:prstGeom>
            <a:solidFill>
              <a:srgbClr val="FE99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C294744-864D-5741-BEFA-C6F2E1D74373}"/>
              </a:ext>
            </a:extLst>
          </p:cNvPr>
          <p:cNvGrpSpPr/>
          <p:nvPr/>
        </p:nvGrpSpPr>
        <p:grpSpPr>
          <a:xfrm>
            <a:off x="109728" y="5221488"/>
            <a:ext cx="11814048" cy="1391581"/>
            <a:chOff x="109728" y="5221488"/>
            <a:chExt cx="11814048" cy="139158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A067EB2-D323-EA4D-B08F-F3C759F9C510}"/>
                </a:ext>
              </a:extLst>
            </p:cNvPr>
            <p:cNvSpPr/>
            <p:nvPr/>
          </p:nvSpPr>
          <p:spPr>
            <a:xfrm>
              <a:off x="109728" y="5412532"/>
              <a:ext cx="1155801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F4775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HTIEHIKGLSEESLEKIKAAS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DE</a:t>
              </a:r>
              <a:r>
                <a:rPr lang="en-US" b="1" dirty="0">
                  <a:solidFill>
                    <a:srgbClr val="AA1D3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VTVTRLNDEQIQAFKERAPQVEEKFIEMTGEQGQELLDQFKADLKAV</a:t>
              </a:r>
              <a:endParaRPr lang="en-US" b="1" dirty="0">
                <a:solidFill>
                  <a:srgbClr val="AA1D3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630A6B-114B-884D-A812-211CA9535189}"/>
                </a:ext>
              </a:extLst>
            </p:cNvPr>
            <p:cNvSpPr/>
            <p:nvPr/>
          </p:nvSpPr>
          <p:spPr>
            <a:xfrm>
              <a:off x="109728" y="5221488"/>
              <a:ext cx="118140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241      250       260       270       280       290       300       310</a:t>
              </a: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61799AB5-A370-914E-8B9F-55BA764BCA44}"/>
                </a:ext>
              </a:extLst>
            </p:cNvPr>
            <p:cNvSpPr/>
            <p:nvPr/>
          </p:nvSpPr>
          <p:spPr>
            <a:xfrm>
              <a:off x="231648" y="5756342"/>
              <a:ext cx="9519255" cy="137160"/>
            </a:xfrm>
            <a:prstGeom prst="roundRect">
              <a:avLst/>
            </a:prstGeom>
            <a:solidFill>
              <a:srgbClr val="6624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0C149911-7FBF-6343-929E-983F7346EEFA}"/>
                </a:ext>
              </a:extLst>
            </p:cNvPr>
            <p:cNvSpPr/>
            <p:nvPr/>
          </p:nvSpPr>
          <p:spPr>
            <a:xfrm>
              <a:off x="231649" y="5936234"/>
              <a:ext cx="1730716" cy="137160"/>
            </a:xfrm>
            <a:prstGeom prst="roundRect">
              <a:avLst/>
            </a:prstGeom>
            <a:solidFill>
              <a:srgbClr val="99340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80575022-73A7-6442-9DBE-C2D04F01C667}"/>
                </a:ext>
              </a:extLst>
            </p:cNvPr>
            <p:cNvSpPr/>
            <p:nvPr/>
          </p:nvSpPr>
          <p:spPr>
            <a:xfrm>
              <a:off x="4346788" y="6116126"/>
              <a:ext cx="5404115" cy="137160"/>
            </a:xfrm>
            <a:prstGeom prst="roundRect">
              <a:avLst/>
            </a:prstGeom>
            <a:solidFill>
              <a:srgbClr val="CC4C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140ABE47-17ED-A641-B58D-E056C58F9D40}"/>
                </a:ext>
              </a:extLst>
            </p:cNvPr>
            <p:cNvSpPr/>
            <p:nvPr/>
          </p:nvSpPr>
          <p:spPr>
            <a:xfrm>
              <a:off x="626725" y="6296018"/>
              <a:ext cx="1335639" cy="137160"/>
            </a:xfrm>
            <a:prstGeom prst="roundRect">
              <a:avLst/>
            </a:prstGeom>
            <a:solidFill>
              <a:srgbClr val="EC7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5E6FED0F-F00B-3C4A-B390-8672B0132E6A}"/>
                </a:ext>
              </a:extLst>
            </p:cNvPr>
            <p:cNvSpPr/>
            <p:nvPr/>
          </p:nvSpPr>
          <p:spPr>
            <a:xfrm>
              <a:off x="626725" y="6475909"/>
              <a:ext cx="1335639" cy="137160"/>
            </a:xfrm>
            <a:prstGeom prst="roundRect">
              <a:avLst/>
            </a:prstGeom>
            <a:solidFill>
              <a:srgbClr val="FE99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08794936-859D-E74B-961F-360740F4FE91}"/>
                </a:ext>
              </a:extLst>
            </p:cNvPr>
            <p:cNvSpPr/>
            <p:nvPr/>
          </p:nvSpPr>
          <p:spPr>
            <a:xfrm>
              <a:off x="4346788" y="5936234"/>
              <a:ext cx="5404115" cy="137160"/>
            </a:xfrm>
            <a:prstGeom prst="roundRect">
              <a:avLst/>
            </a:prstGeom>
            <a:solidFill>
              <a:srgbClr val="99340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7C77A157-2DED-944C-B904-5176B8161257}"/>
                </a:ext>
              </a:extLst>
            </p:cNvPr>
            <p:cNvSpPr/>
            <p:nvPr/>
          </p:nvSpPr>
          <p:spPr>
            <a:xfrm>
              <a:off x="231648" y="6116126"/>
              <a:ext cx="1730716" cy="137160"/>
            </a:xfrm>
            <a:prstGeom prst="roundRect">
              <a:avLst/>
            </a:prstGeom>
            <a:solidFill>
              <a:srgbClr val="CC4C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937EAB68-818B-A745-8335-C1497091E461}"/>
                </a:ext>
              </a:extLst>
            </p:cNvPr>
            <p:cNvSpPr/>
            <p:nvPr/>
          </p:nvSpPr>
          <p:spPr>
            <a:xfrm>
              <a:off x="4346788" y="6296018"/>
              <a:ext cx="1316736" cy="137160"/>
            </a:xfrm>
            <a:prstGeom prst="roundRect">
              <a:avLst/>
            </a:prstGeom>
            <a:solidFill>
              <a:srgbClr val="EC7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5642EBC9-E457-194E-8E88-220377FAD363}"/>
                </a:ext>
              </a:extLst>
            </p:cNvPr>
            <p:cNvSpPr/>
            <p:nvPr/>
          </p:nvSpPr>
          <p:spPr>
            <a:xfrm>
              <a:off x="8022471" y="6296018"/>
              <a:ext cx="1728432" cy="137160"/>
            </a:xfrm>
            <a:prstGeom prst="roundRect">
              <a:avLst/>
            </a:prstGeom>
            <a:solidFill>
              <a:srgbClr val="EC7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D9367888-273E-EF4E-9523-B94476CDE33A}"/>
                </a:ext>
              </a:extLst>
            </p:cNvPr>
            <p:cNvSpPr/>
            <p:nvPr/>
          </p:nvSpPr>
          <p:spPr>
            <a:xfrm>
              <a:off x="8022471" y="6475909"/>
              <a:ext cx="1728432" cy="137160"/>
            </a:xfrm>
            <a:prstGeom prst="roundRect">
              <a:avLst/>
            </a:prstGeom>
            <a:solidFill>
              <a:srgbClr val="FE99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DA68648C-1275-4C46-9C58-4E419DAD54BE}"/>
              </a:ext>
            </a:extLst>
          </p:cNvPr>
          <p:cNvSpPr/>
          <p:nvPr/>
        </p:nvSpPr>
        <p:spPr>
          <a:xfrm>
            <a:off x="9985248" y="658490"/>
            <a:ext cx="1097280" cy="273001"/>
          </a:xfrm>
          <a:prstGeom prst="rect">
            <a:avLst/>
          </a:prstGeom>
          <a:solidFill>
            <a:srgbClr val="F477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Symbol" pitchFamily="2" charset="2"/>
              </a:rPr>
              <a:t></a:t>
            </a:r>
            <a:r>
              <a:rPr lang="en-US" dirty="0"/>
              <a:t>4/ </a:t>
            </a:r>
            <a:r>
              <a:rPr lang="en-US" dirty="0">
                <a:sym typeface="Symbol" pitchFamily="2" charset="2"/>
              </a:rPr>
              <a:t></a:t>
            </a:r>
            <a:r>
              <a:rPr lang="en-US" dirty="0"/>
              <a:t>9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2316688-4844-F843-8708-C99B195D5DB9}"/>
              </a:ext>
            </a:extLst>
          </p:cNvPr>
          <p:cNvSpPr/>
          <p:nvPr/>
        </p:nvSpPr>
        <p:spPr>
          <a:xfrm>
            <a:off x="9985248" y="364229"/>
            <a:ext cx="1097280" cy="274320"/>
          </a:xfrm>
          <a:prstGeom prst="rect">
            <a:avLst/>
          </a:prstGeom>
          <a:solidFill>
            <a:srgbClr val="AA1D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6E0857E-2C1D-4846-9DFF-8AE15C2587A3}"/>
              </a:ext>
            </a:extLst>
          </p:cNvPr>
          <p:cNvSpPr/>
          <p:nvPr/>
        </p:nvSpPr>
        <p:spPr>
          <a:xfrm>
            <a:off x="9985248" y="69742"/>
            <a:ext cx="1097280" cy="273002"/>
          </a:xfrm>
          <a:prstGeom prst="rect">
            <a:avLst/>
          </a:prstGeom>
          <a:solidFill>
            <a:srgbClr val="2F5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ECC2E27-728A-0C49-9812-F9F32CF62192}"/>
              </a:ext>
            </a:extLst>
          </p:cNvPr>
          <p:cNvSpPr/>
          <p:nvPr/>
        </p:nvSpPr>
        <p:spPr>
          <a:xfrm>
            <a:off x="1467337" y="69742"/>
            <a:ext cx="1097280" cy="274320"/>
          </a:xfrm>
          <a:prstGeom prst="rect">
            <a:avLst/>
          </a:prstGeom>
          <a:solidFill>
            <a:srgbClr val="6624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100%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17FF21C-5183-4F4A-9A87-4054BEE3C547}"/>
              </a:ext>
            </a:extLst>
          </p:cNvPr>
          <p:cNvSpPr/>
          <p:nvPr/>
        </p:nvSpPr>
        <p:spPr>
          <a:xfrm>
            <a:off x="1467337" y="363457"/>
            <a:ext cx="1097280" cy="274320"/>
          </a:xfrm>
          <a:prstGeom prst="rect">
            <a:avLst/>
          </a:prstGeom>
          <a:solidFill>
            <a:srgbClr val="9934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80%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E285050-C478-EC4A-866A-99106ACCBE85}"/>
              </a:ext>
            </a:extLst>
          </p:cNvPr>
          <p:cNvSpPr/>
          <p:nvPr/>
        </p:nvSpPr>
        <p:spPr>
          <a:xfrm>
            <a:off x="1467337" y="657171"/>
            <a:ext cx="1097280" cy="274320"/>
          </a:xfrm>
          <a:prstGeom prst="rect">
            <a:avLst/>
          </a:prstGeom>
          <a:solidFill>
            <a:srgbClr val="CC4C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60%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21FD57F-CDB1-6543-9D21-181E75DDADD4}"/>
              </a:ext>
            </a:extLst>
          </p:cNvPr>
          <p:cNvSpPr/>
          <p:nvPr/>
        </p:nvSpPr>
        <p:spPr>
          <a:xfrm>
            <a:off x="2580037" y="363457"/>
            <a:ext cx="1097280" cy="274320"/>
          </a:xfrm>
          <a:prstGeom prst="rect">
            <a:avLst/>
          </a:prstGeom>
          <a:solidFill>
            <a:srgbClr val="EC7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40%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8784175-D930-AA48-87C9-1E2D67313DA2}"/>
              </a:ext>
            </a:extLst>
          </p:cNvPr>
          <p:cNvSpPr/>
          <p:nvPr/>
        </p:nvSpPr>
        <p:spPr>
          <a:xfrm>
            <a:off x="2580037" y="657171"/>
            <a:ext cx="1097280" cy="274320"/>
          </a:xfrm>
          <a:prstGeom prst="rect">
            <a:avLst/>
          </a:prstGeom>
          <a:solidFill>
            <a:srgbClr val="FE9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20%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DD20FBB-B1FC-DA4B-A26C-34636CC98869}"/>
              </a:ext>
            </a:extLst>
          </p:cNvPr>
          <p:cNvSpPr txBox="1"/>
          <p:nvPr/>
        </p:nvSpPr>
        <p:spPr>
          <a:xfrm>
            <a:off x="8364717" y="206243"/>
            <a:ext cx="1506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Domain definitions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5AB6B2F-5B68-0F4E-B32A-E56E0CBD4DA2}"/>
              </a:ext>
            </a:extLst>
          </p:cNvPr>
          <p:cNvSpPr txBox="1"/>
          <p:nvPr/>
        </p:nvSpPr>
        <p:spPr>
          <a:xfrm>
            <a:off x="0" y="206243"/>
            <a:ext cx="1506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HDX peptide coverage</a:t>
            </a:r>
          </a:p>
        </p:txBody>
      </p:sp>
    </p:spTree>
    <p:extLst>
      <p:ext uri="{BB962C8B-B14F-4D97-AF65-F5344CB8AC3E}">
        <p14:creationId xmlns:p14="http://schemas.microsoft.com/office/powerpoint/2010/main" val="339772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221</TotalTime>
  <Words>61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Bradshaw, Richard (NIH/NINDS) [F]</dc:creator>
  <cp:lastModifiedBy>Bradshaw, Richard (NIH/NINDS) [F]</cp:lastModifiedBy>
  <cp:revision>18</cp:revision>
  <dcterms:created xsi:type="dcterms:W3CDTF">2019-07-22T01:50:49Z</dcterms:created>
  <dcterms:modified xsi:type="dcterms:W3CDTF">2019-07-23T19:04:18Z</dcterms:modified>
</cp:coreProperties>
</file>